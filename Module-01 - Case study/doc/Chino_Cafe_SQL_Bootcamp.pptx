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9320" y="1234440"/>
            <a:ext cx="2606040" cy="260604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057400"/>
            <a:ext cx="96012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234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CASE STUDY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64592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Bootcamp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640080" y="26974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EAD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Chino Cafe case study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40080" y="333756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B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SQL behind a real Nigerian coffee business — from sales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B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data-driven decisions.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Chino Cafe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4754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332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 Cafe is an indigenous Nigerian startup with one mission: to become a well-known coffee brand across Lagos.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332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owned by Mark, a former banker who left his job to pursue his passion for building a business.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332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his banking days, Mark values technology and data-driven decisions — and he wants data to guide the cafe's growth.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23560" y="1371600"/>
            <a:ext cx="2971800" cy="2880360"/>
          </a:xfrm>
          <a:prstGeom prst="roundRect">
            <a:avLst>
              <a:gd name="adj" fmla="val 3810"/>
            </a:avLst>
          </a:prstGeom>
          <a:solidFill>
            <a:srgbClr val="FBF1E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0" y="1691640"/>
            <a:ext cx="777240" cy="77724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6415" y="1901495"/>
            <a:ext cx="357530" cy="3575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60720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760720" y="29992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head brewer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3520440"/>
            <a:ext cx="1508760" cy="411480"/>
          </a:xfrm>
          <a:prstGeom prst="roundRect">
            <a:avLst>
              <a:gd name="adj" fmla="val 48889"/>
            </a:avLst>
          </a:prstGeom>
          <a:solidFill>
            <a:srgbClr val="F0DCC9"/>
          </a:solidFill>
          <a:ln/>
        </p:spPr>
      </p:sp>
      <p:sp>
        <p:nvSpPr>
          <p:cNvPr id="10" name="Text 7"/>
          <p:cNvSpPr/>
          <p:nvPr/>
        </p:nvSpPr>
        <p:spPr>
          <a:xfrm>
            <a:off x="6355080" y="35204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banker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cafe runs today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86200" cy="2148840"/>
          </a:xfrm>
          <a:prstGeom prst="roundRect">
            <a:avLst>
              <a:gd name="adj" fmla="val 5106"/>
            </a:avLst>
          </a:prstGeom>
          <a:solidFill>
            <a:srgbClr val="FBF1E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797710"/>
            <a:ext cx="336499" cy="3364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957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— owner &amp; brewer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276148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2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brews every cup and oversees the daily operations of the business.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09160" y="1325880"/>
            <a:ext cx="3886200" cy="2148840"/>
          </a:xfrm>
          <a:prstGeom prst="roundRect">
            <a:avLst>
              <a:gd name="adj" fmla="val 5106"/>
            </a:avLst>
          </a:prstGeom>
          <a:solidFill>
            <a:srgbClr val="FBF1E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83480" y="1600200"/>
            <a:ext cx="731520" cy="73152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990" y="1797710"/>
            <a:ext cx="336499" cy="3364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83480" y="23957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sales assistant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983480" y="2761488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32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 from Lagos to attend to customers and record every single transaction.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388620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2E1B10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3886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orders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368" y="4014216"/>
            <a:ext cx="292608" cy="29260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401568" y="388620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2E1B10"/>
          </a:solidFill>
          <a:ln/>
        </p:spPr>
      </p:sp>
      <p:sp>
        <p:nvSpPr>
          <p:cNvPr id="17" name="Text 12"/>
          <p:cNvSpPr/>
          <p:nvPr/>
        </p:nvSpPr>
        <p:spPr>
          <a:xfrm>
            <a:off x="3401568" y="3886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 happens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296" y="4014216"/>
            <a:ext cx="292608" cy="29260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63640" y="388620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2E1B10"/>
          </a:solidFill>
          <a:ln/>
        </p:spPr>
      </p:sp>
      <p:sp>
        <p:nvSpPr>
          <p:cNvPr id="20" name="Text 14"/>
          <p:cNvSpPr/>
          <p:nvPr/>
        </p:nvSpPr>
        <p:spPr>
          <a:xfrm>
            <a:off x="6263640" y="38862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on the menu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A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Chino Cafe keeps it simple — three products to start.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BF1E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874520"/>
            <a:ext cx="685800" cy="68580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206" y="2059686"/>
            <a:ext cx="315468" cy="3154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Cappuccino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31089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2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Espresso, steamed milk and a thick layer of soft foam.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337560" y="160020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BF1E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1960" y="1874520"/>
            <a:ext cx="685800" cy="68580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126" y="2059686"/>
            <a:ext cx="315468" cy="3154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Espresso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566160" y="31089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2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strong, concentrated shot of pure coffee.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126480" y="160020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FBF1E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0" y="1874520"/>
            <a:ext cx="685800" cy="68580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046" y="2059686"/>
            <a:ext cx="315468" cy="3154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Latte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355080" y="31089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2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 with plenty of steamed milk, lightly foamed.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questions every sale must answer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BF1E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64208"/>
            <a:ext cx="777240" cy="77724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527" y="1874063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bought it?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783080" y="19933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2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who made the purchase.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37160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BF1E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65192" y="1664208"/>
            <a:ext cx="777240" cy="77724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047" y="1874063"/>
            <a:ext cx="357530" cy="3575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0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purchased?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943600" y="199339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2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the customer ordered.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292608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BF1E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04672" y="3218688"/>
            <a:ext cx="777240" cy="77724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527" y="3428543"/>
            <a:ext cx="357530" cy="3575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3154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handled the sale?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1783080" y="35478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2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staff member who served them.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709160" y="292608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BF1E7"/>
          </a:solidFill>
          <a:ln/>
          <a:effectLst>
            <a:outerShdw sx="100000" sy="100000" kx="0" ky="0" algn="bl" rotWithShape="0" blurRad="889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965192" y="3218688"/>
            <a:ext cx="777240" cy="77724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047" y="3428543"/>
            <a:ext cx="357530" cy="35753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943600" y="31546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1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was paid?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5943600" y="354787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32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collected for the sale.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1B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68680" cy="868680"/>
          </a:xfrm>
          <a:prstGeom prst="ellipse">
            <a:avLst/>
          </a:prstGeom>
          <a:solidFill>
            <a:srgbClr val="D85A3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624" y="737464"/>
            <a:ext cx="399593" cy="3995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66928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sales to smart decisions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1691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ADB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recorded transaction becomes data Mark can analyze — to understand customers, track sales, and grow Chino Cafe into a well-known brand across Lagos.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2834640"/>
            <a:ext cx="7863840" cy="1600200"/>
          </a:xfrm>
          <a:prstGeom prst="roundRect">
            <a:avLst>
              <a:gd name="adj" fmla="val 6857"/>
            </a:avLst>
          </a:prstGeom>
          <a:solidFill>
            <a:srgbClr val="3E281A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340156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store and organize this data — so every transaction stays simple, trackable, and relevant.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Bootcamp — Chino Cafe Case Study</dc:title>
  <dc:subject>PptxGenJS Presentation</dc:subject>
  <dc:creator>Chino Cafe SQL Bootcamp</dc:creator>
  <cp:lastModifiedBy>Chino Cafe SQL Bootcamp</cp:lastModifiedBy>
  <cp:revision>1</cp:revision>
  <dcterms:created xsi:type="dcterms:W3CDTF">2026-06-10T18:26:34Z</dcterms:created>
  <dcterms:modified xsi:type="dcterms:W3CDTF">2026-06-10T18:26:34Z</dcterms:modified>
</cp:coreProperties>
</file>